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63" r:id="rId2"/>
    <p:sldId id="256" r:id="rId3"/>
    <p:sldId id="264" r:id="rId4"/>
    <p:sldId id="257" r:id="rId5"/>
    <p:sldId id="267" r:id="rId6"/>
    <p:sldId id="258" r:id="rId7"/>
    <p:sldId id="269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60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5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53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0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9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32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1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70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18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7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4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07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Customer Retention &amp; Churn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Analyzing customer behavior, churn drivers, and revenue impact to improve retention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Churn Rate: 26.99%</a:t>
            </a:r>
          </a:p>
          <a:p>
            <a:r>
              <a:rPr dirty="0"/>
              <a:t>Revenue Loss: 3.41M</a:t>
            </a:r>
          </a:p>
          <a:p>
            <a:r>
              <a:rPr dirty="0"/>
              <a:t>Key Drivers: Contract type, tenure, competitor</a:t>
            </a:r>
          </a:p>
          <a:p>
            <a:r>
              <a:rPr dirty="0"/>
              <a:t>Action: Target high-risk 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79513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Business Problem</a:t>
            </a:r>
          </a:p>
          <a:p>
            <a:r>
              <a:rPr dirty="0"/>
              <a:t>High customer churn leading to revenue loss.</a:t>
            </a:r>
          </a:p>
          <a:p>
            <a:r>
              <a:rPr dirty="0"/>
              <a:t>Need to identify key drivers and reduce churn.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Data Overview</a:t>
            </a:r>
          </a:p>
          <a:p>
            <a:pPr marL="0" indent="0">
              <a:buNone/>
            </a:pPr>
            <a:r>
              <a:rPr lang="en-GB" dirty="0"/>
              <a:t>Telecom dataset including customer demographics, services, revenue, and churn status</a:t>
            </a:r>
          </a:p>
          <a:p>
            <a:pPr marL="0" indent="0">
              <a:buNone/>
            </a:pPr>
            <a:r>
              <a:rPr lang="en-GB" b="1" dirty="0"/>
              <a:t>Data Preparation</a:t>
            </a:r>
          </a:p>
          <a:p>
            <a:r>
              <a:rPr lang="en-GB" dirty="0"/>
              <a:t>Cleaned missing values</a:t>
            </a:r>
          </a:p>
          <a:p>
            <a:r>
              <a:rPr lang="en-GB" dirty="0"/>
              <a:t>Created Churn Status flag</a:t>
            </a:r>
          </a:p>
          <a:p>
            <a:r>
              <a:rPr lang="en-GB" dirty="0"/>
              <a:t>Unpivoted service columns</a:t>
            </a:r>
          </a:p>
          <a:p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252" y="807455"/>
            <a:ext cx="7478898" cy="577662"/>
          </a:xfrm>
        </p:spPr>
        <p:txBody>
          <a:bodyPr>
            <a:normAutofit fontScale="90000"/>
          </a:bodyPr>
          <a:lstStyle/>
          <a:p>
            <a:r>
              <a:rPr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826" y="1373984"/>
            <a:ext cx="8306331" cy="355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Interactive dashboard showing churn KPIs, customer segments, and churn drivers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BC450-C601-4081-9279-8090108273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6" t="12705" r="25435" b="8261"/>
          <a:stretch/>
        </p:blipFill>
        <p:spPr>
          <a:xfrm>
            <a:off x="648826" y="1729408"/>
            <a:ext cx="8077731" cy="4420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165" y="854765"/>
            <a:ext cx="323021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Key KPIs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Total Customers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Churn Rate %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Revenue Lost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ARPU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Churn Drivers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Competitor offers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High pricing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Poor service experience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FCAAA-881A-483E-BDE0-CE5A2C9A3B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3" t="13987" r="77609" b="26038"/>
          <a:stretch/>
        </p:blipFill>
        <p:spPr>
          <a:xfrm>
            <a:off x="4701208" y="447260"/>
            <a:ext cx="3896139" cy="58143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Story: Where is the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00" y="1878496"/>
            <a:ext cx="7290055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dirty="0"/>
              <a:t>High churn observed in Month-to-Month customers and low tenure segments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Top reasons include competitor offers, pricing, and dissatisfaction</a:t>
            </a:r>
          </a:p>
          <a:p>
            <a:pPr marL="0" indent="0">
              <a:buNone/>
            </a:pPr>
            <a:r>
              <a:rPr lang="en-GB" b="1" dirty="0"/>
              <a:t>Story:</a:t>
            </a:r>
            <a:r>
              <a:rPr lang="en-GB" dirty="0"/>
              <a:t> Who is at Risk?</a:t>
            </a:r>
          </a:p>
          <a:p>
            <a:pPr marL="0" indent="0">
              <a:buNone/>
            </a:pPr>
            <a:r>
              <a:rPr lang="en-GB" dirty="0"/>
              <a:t>New customers, Fiber users, and high monthly charge segments</a:t>
            </a: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765" y="1958009"/>
            <a:ext cx="7908765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dirty="0"/>
              <a:t>Offer long-term contracts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Improve service quality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Target high-risk customers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Impact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Potential to reduce churn and increase customer lifetime value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Before: High churn, unclear drivers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After: Identified drivers, targeted actions, potential churn reduction.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5" y="2084832"/>
            <a:ext cx="7290055" cy="4023360"/>
          </a:xfrm>
        </p:spPr>
        <p:txBody>
          <a:bodyPr/>
          <a:lstStyle/>
          <a:p>
            <a:r>
              <a:t>Data-driven approach helps improve retention and business performance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</TotalTime>
  <Words>218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Customer Retention &amp; Churn Analytics</vt:lpstr>
      <vt:lpstr>Executive Summary</vt:lpstr>
      <vt:lpstr>PowerPoint Presentation</vt:lpstr>
      <vt:lpstr>Dashboard Overview</vt:lpstr>
      <vt:lpstr>PowerPoint Presentation</vt:lpstr>
      <vt:lpstr>Story: Where is the Problem?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&amp; Churn Analytics</dc:title>
  <dc:subject/>
  <dc:creator>sethuraman</dc:creator>
  <cp:keywords/>
  <dc:description>generated using python-pptx</dc:description>
  <cp:lastModifiedBy>Sethuraman B</cp:lastModifiedBy>
  <cp:revision>5</cp:revision>
  <dcterms:created xsi:type="dcterms:W3CDTF">2013-01-27T09:14:16Z</dcterms:created>
  <dcterms:modified xsi:type="dcterms:W3CDTF">2026-04-13T18:03:02Z</dcterms:modified>
  <cp:category/>
</cp:coreProperties>
</file>